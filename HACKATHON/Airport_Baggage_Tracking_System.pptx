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91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-320040"/>
            <a:ext cx="1508760" cy="1508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CHALLENGE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23444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Airport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Baggage Tracking System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bag tracking through check-in, security, loading &amp; aircraft transfer — built in C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792" y="416052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1B3A5C"/>
          </a:solidFill>
          <a:ln w="12700">
            <a:solidFill>
              <a:srgbClr val="2B4A7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444" y="4361688"/>
            <a:ext cx="585216" cy="5852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1792" y="5056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752344" y="416052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1B3A5C"/>
          </a:solidFill>
          <a:ln w="12700">
            <a:solidFill>
              <a:srgbClr val="2B4A7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6996" y="4361688"/>
            <a:ext cx="585216" cy="5852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752344" y="5056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sync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882896" y="416052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1B3A5C"/>
          </a:solidFill>
          <a:ln w="12700">
            <a:solidFill>
              <a:srgbClr val="2B4A70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7548" y="4361688"/>
            <a:ext cx="585216" cy="58521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882896" y="5056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013448" y="416052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1B3A5C"/>
          </a:solidFill>
          <a:ln w="12700">
            <a:solidFill>
              <a:srgbClr val="2B4A70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100" y="4361688"/>
            <a:ext cx="585216" cy="58521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013448" y="5056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history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621792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Bag's Journey Through the Airport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four modular C functions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76656" y="2331720"/>
            <a:ext cx="233172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101600" dist="38100" dir="5400000" algn="bl" rotWithShape="0">
              <a:srgbClr val="1B3A5C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13816" y="2441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96" y="283464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76656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Check-In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3816" y="44348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created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248156" y="50292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48156" y="5029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checkin()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063240" y="3803904"/>
            <a:ext cx="393192" cy="256032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2" name="Shape 9"/>
          <p:cNvSpPr/>
          <p:nvPr/>
        </p:nvSpPr>
        <p:spPr>
          <a:xfrm>
            <a:off x="3511296" y="2331720"/>
            <a:ext cx="233172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101600" dist="38100" dir="5400000" algn="bl" rotWithShape="0">
              <a:srgbClr val="1B3A5C">
                <a:alpha val="1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648456" y="2441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236" y="2834640"/>
            <a:ext cx="1005840" cy="10058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11296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Scan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48456" y="44348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updated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scanner threads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082796" y="50292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082796" y="5029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scan()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897880" y="3803904"/>
            <a:ext cx="393192" cy="256032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0" name="Shape 16"/>
          <p:cNvSpPr/>
          <p:nvPr/>
        </p:nvSpPr>
        <p:spPr>
          <a:xfrm>
            <a:off x="6345936" y="2331720"/>
            <a:ext cx="233172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101600" dist="38100" dir="5400000" algn="bl" rotWithShape="0">
              <a:srgbClr val="1B3A5C">
                <a:alpha val="15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83096" y="2441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876" y="2834640"/>
            <a:ext cx="1005840" cy="10058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345936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483096" y="44348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placed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aircraft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917436" y="50292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917436" y="5029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load()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732520" y="3803904"/>
            <a:ext cx="393192" cy="256032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8" name="Shape 23"/>
          <p:cNvSpPr/>
          <p:nvPr/>
        </p:nvSpPr>
        <p:spPr>
          <a:xfrm>
            <a:off x="9180576" y="2331720"/>
            <a:ext cx="233172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101600" dist="38100" dir="5400000" algn="bl" rotWithShape="0">
              <a:srgbClr val="1B3A5C">
                <a:alpha val="15000"/>
              </a:srgbClr>
            </a:outerShdw>
          </a:effectLst>
        </p:spPr>
      </p:sp>
      <p:sp>
        <p:nvSpPr>
          <p:cNvPr id="29" name="Text 24"/>
          <p:cNvSpPr txBox="1"/>
          <p:nvPr/>
        </p:nvSpPr>
        <p:spPr>
          <a:xfrm>
            <a:off x="9317736" y="2441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3516" y="2834640"/>
            <a:ext cx="1005840" cy="100584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180576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Aircraft Transfer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9317736" y="44348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9752076" y="50292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9752076" y="5029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deliver()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scanning stations update baggage status concurrently during Security Scan.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Records, Linked by Pointers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bag is malloc'd; a pointer chain links records and drives every status update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132A45"/>
          </a:solidFill>
          <a:ln/>
          <a:effectLst>
            <a:outerShdw blurRad="101600" dist="38100" dir="5400000" algn="bl" rotWithShape="0">
              <a:srgbClr val="1B3A5C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BaggageRecord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bag_id;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flight_no[8];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749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status;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time_t updated_at;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BaggageRecord *next;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530352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303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malloc()'d dynamically per bag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246888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412" y="2606040"/>
            <a:ext cx="585216" cy="58521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16636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#101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CHECKED-IN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684264" y="3076956"/>
            <a:ext cx="667512" cy="201168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47688" y="279349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406640" y="246888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412" y="2606040"/>
            <a:ext cx="585216" cy="58521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45236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#102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970264" y="3076956"/>
            <a:ext cx="667512" cy="201168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933688" y="279349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9692640" y="246888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412" y="2606040"/>
            <a:ext cx="585216" cy="58521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73836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#103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11256264" y="29946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9189720" y="4572000"/>
            <a:ext cx="2834640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918972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update_status(BaggageRecord *b)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10437876" y="3886200"/>
            <a:ext cx="18288" cy="685800"/>
          </a:xfrm>
          <a:prstGeom prst="line">
            <a:avLst/>
          </a:prstGeom>
          <a:noFill/>
          <a:ln w="25400">
            <a:solidFill>
              <a:srgbClr val="F4A261"/>
            </a:solidFill>
            <a:prstDash val="dash"/>
            <a:tailEnd type="triangle"/>
          </a:ln>
        </p:spPr>
      </p:sp>
      <p:sp>
        <p:nvSpPr>
          <p:cNvPr id="30" name="Text 25"/>
          <p:cNvSpPr txBox="1"/>
          <p:nvPr/>
        </p:nvSpPr>
        <p:spPr>
          <a:xfrm>
            <a:off x="9006840" y="5285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through the pointer — no copies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Scanners, One Source of Truth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pthreads simulate scanning stations; a mutex serializes every write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55464" y="278892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132A45"/>
          </a:solidFill>
          <a:ln/>
          <a:effectLst>
            <a:outerShdw blurRad="127000" dist="38100" dir="5400000" algn="bl" rotWithShape="0">
              <a:srgbClr val="1B3A5C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2953512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46904" y="3675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Baggage Table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9864" y="2468880"/>
            <a:ext cx="640080" cy="640080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2615184"/>
            <a:ext cx="347472" cy="347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718782" y="1866366"/>
            <a:ext cx="3136682" cy="922554"/>
          </a:xfrm>
          <a:prstGeom prst="line">
            <a:avLst/>
          </a:prstGeom>
          <a:noFill/>
          <a:ln w="19050">
            <a:solidFill>
              <a:srgbClr val="B9C4CF"/>
            </a:solidFill>
            <a:prstDash val="dash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1325880"/>
            <a:ext cx="822960" cy="8229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9436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1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 flipH="1">
            <a:off x="7324344" y="1892414"/>
            <a:ext cx="2486831" cy="896506"/>
          </a:xfrm>
          <a:prstGeom prst="line">
            <a:avLst/>
          </a:prstGeom>
          <a:noFill/>
          <a:ln w="19050">
            <a:solidFill>
              <a:srgbClr val="B9C4CF"/>
            </a:solidFill>
            <a:prstDash val="dash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1325880"/>
            <a:ext cx="822960" cy="8229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55548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2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 flipV="1">
            <a:off x="1718782" y="4343400"/>
            <a:ext cx="3136682" cy="922554"/>
          </a:xfrm>
          <a:prstGeom prst="line">
            <a:avLst/>
          </a:prstGeom>
          <a:noFill/>
          <a:ln w="19050">
            <a:solidFill>
              <a:srgbClr val="B9C4CF"/>
            </a:solidFill>
            <a:prstDash val="dash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983480"/>
            <a:ext cx="822960" cy="8229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94360" y="5852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3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 flipH="1" flipV="1">
            <a:off x="7324344" y="4343400"/>
            <a:ext cx="2486831" cy="896506"/>
          </a:xfrm>
          <a:prstGeom prst="line">
            <a:avLst/>
          </a:prstGeom>
          <a:noFill/>
          <a:ln w="19050">
            <a:solidFill>
              <a:srgbClr val="B9C4CF"/>
            </a:solidFill>
            <a:prstDash val="dash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4983480"/>
            <a:ext cx="822960" cy="82296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555480" y="5852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4</a:t>
            </a:r>
            <a:endParaRPr lang="en-US" sz="1100" dirty="0"/>
          </a:p>
        </p:txBody>
      </p:sp>
      <p:sp>
        <p:nvSpPr>
          <p:cNvPr id="21" name="Text 13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pthread_mutex_lock() before every status write · pthread_mutex_unlock() after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Terminals Talk Over Sockets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terminal is its own process, configured from the command 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39996" y="1691640"/>
            <a:ext cx="3108960" cy="1280160"/>
          </a:xfrm>
          <a:prstGeom prst="roundRect">
            <a:avLst>
              <a:gd name="adj" fmla="val 8571"/>
            </a:avLst>
          </a:prstGeom>
          <a:solidFill>
            <a:srgbClr val="132A45"/>
          </a:solidFill>
          <a:ln/>
          <a:effectLst>
            <a:outerShdw blurRad="127000" dist="38100" dir="5400000" algn="bl" rotWithShape="0">
              <a:srgbClr val="1B3A5C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7830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631436" y="2624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Tracking Server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 flipH="1">
            <a:off x="2894076" y="2971800"/>
            <a:ext cx="3200400" cy="8229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05356" y="37947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036" y="39319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05356" y="4572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 A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705356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./terminal A 5001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 flipH="1">
            <a:off x="6094476" y="2971800"/>
            <a:ext cx="0" cy="8229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905756" y="37947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436" y="393192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905756" y="4572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 B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4905756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./terminal B 5002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094476" y="2971800"/>
            <a:ext cx="3200400" cy="8229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106156" y="37947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836" y="393192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106156" y="4572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 C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8106156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./terminal C 5003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ID and server port are read from argv — configurable per launch, no rebuild needed.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Hackathon Challenge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229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Guaranteeing Consistency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08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bag must never appear as both LOADED and MISSING at once.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" y="219456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1B3A5C"/>
          </a:solidFill>
          <a:ln w="19050">
            <a:solidFill>
              <a:srgbClr val="C1443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4688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28216" y="25146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Synchronization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42416" y="3246120"/>
            <a:ext cx="4526280" cy="0"/>
          </a:xfrm>
          <a:prstGeom prst="line">
            <a:avLst/>
          </a:prstGeom>
          <a:noFill/>
          <a:ln w="12700">
            <a:solidFill>
              <a:srgbClr val="2B4A7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35204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36776" y="350215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A writes: status = LOADED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0690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36776" y="40507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B writes: status = MISSING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133856" y="46634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Two threads race on the same field: last write silently wins, or the update is torn.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345936" y="219456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1B3A5C"/>
          </a:solidFill>
          <a:ln w="19050">
            <a:solidFill>
              <a:srgbClr val="2A9D6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46888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06056" y="25146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Mutex Lock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6620256" y="3246120"/>
            <a:ext cx="4526280" cy="0"/>
          </a:xfrm>
          <a:prstGeom prst="line">
            <a:avLst/>
          </a:prstGeom>
          <a:noFill/>
          <a:ln w="12700">
            <a:solidFill>
              <a:srgbClr val="2B4A70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96" y="352044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214616" y="350215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lock() → read-modify-write → unlock()</a:t>
            </a:r>
            <a:endParaRPr lang="en-US" sz="13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96" y="4069080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214616" y="40507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LOADED, seen by every terminal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6711696" y="46634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Only one thread touches a record at a time, so LOADED and MISSING can never coexist.</a:t>
            </a:r>
            <a:endParaRPr lang="en-US" sz="12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989320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234440" y="6035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locked update is also appended to a per-bag history file for audit and recovery.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</Words>
  <Application>Microsoft Office PowerPoint</Application>
  <PresentationFormat>Widescreen</PresentationFormat>
  <Paragraphs>92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NISHANTHYADAV547@outlook.com</cp:lastModifiedBy>
  <cp:revision>1</cp:revision>
  <dcterms:created xsi:type="dcterms:W3CDTF">2026-09-01T23:00:11Z</dcterms:created>
  <dcterms:modified xsi:type="dcterms:W3CDTF">2026-09-02T05:36:55Z</dcterms:modified>
</cp:coreProperties>
</file>