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92" r:id="rId4"/>
    <p:sldId id="300" r:id="rId5"/>
    <p:sldId id="275" r:id="rId6"/>
    <p:sldId id="285" r:id="rId7"/>
    <p:sldId id="295" r:id="rId8"/>
    <p:sldId id="296" r:id="rId9"/>
    <p:sldId id="268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1" autoAdjust="0"/>
    <p:restoredTop sz="94660"/>
  </p:normalViewPr>
  <p:slideViewPr>
    <p:cSldViewPr snapToGrid="0">
      <p:cViewPr varScale="1">
        <p:scale>
          <a:sx n="79" d="100"/>
          <a:sy n="79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A119E2-37C5-49CB-BB67-49A47B038215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0DB3-C0F6-499D-897D-A4A18D45A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84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ED64-E136-FBDE-B459-608AA528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8D497-E2A0-CD8E-8E0A-1F93E53C2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1C06A-A10D-9E80-B5C4-CF2E7010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9305B-49F3-7B6D-931A-7B522D659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2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89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33979"/>
            <a:ext cx="12192000" cy="2222456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CSA0211-C PROGRAMMING</a:t>
            </a:r>
            <a:endParaRPr lang="en-GB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4921" y="5166890"/>
            <a:ext cx="4444266" cy="10497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S. K. SARAVANAN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7B7E2-CC0E-4886-62FC-C2BD9C88E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249791"/>
            <a:ext cx="10841421" cy="1291679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6E1FEFD-ED6D-4602-95D5-16DC22633317}"/>
              </a:ext>
            </a:extLst>
          </p:cNvPr>
          <p:cNvSpPr txBox="1">
            <a:spLocks/>
          </p:cNvSpPr>
          <p:nvPr/>
        </p:nvSpPr>
        <p:spPr>
          <a:xfrm>
            <a:off x="273733" y="4839240"/>
            <a:ext cx="5232764" cy="190320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M. NISHANTH (192511154)</a:t>
            </a:r>
          </a:p>
          <a:p>
            <a:pPr>
              <a:lnSpc>
                <a:spcPct val="100000"/>
              </a:lnSpc>
            </a:pPr>
            <a:r>
              <a:rPr lang="en-GB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JAYAKUMAR(192511159)</a:t>
            </a:r>
          </a:p>
          <a:p>
            <a:pPr>
              <a:lnSpc>
                <a:spcPct val="100000"/>
              </a:lnSpc>
            </a:pP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K.RAMANA(192521270)</a:t>
            </a: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A4495-7524-6F2E-1A78-CC4179BD20D9}"/>
              </a:ext>
            </a:extLst>
          </p:cNvPr>
          <p:cNvSpPr txBox="1"/>
          <p:nvPr/>
        </p:nvSpPr>
        <p:spPr>
          <a:xfrm>
            <a:off x="273733" y="1890059"/>
            <a:ext cx="117496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 TRANSPORT SCHEDULING AND PASSENGER MANAGEMENT SYSTEM WITH ROUTE ALLOCATION,SEAT BOOKING,AND FARE PROSESSING USING STRUCTURES AND FILES</a:t>
            </a:r>
            <a:endParaRPr lang="en-I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2749-8671-0FB1-82D3-5C757C77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204" y="278756"/>
            <a:ext cx="6605081" cy="1018199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1E749-B673-FFE1-6FBF-56881E67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7A65BDC1-BF8D-8153-5D45-6FE1A848A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FA8E13-D0B9-D0E2-BF56-0E1E154D9102}"/>
              </a:ext>
            </a:extLst>
          </p:cNvPr>
          <p:cNvSpPr txBox="1"/>
          <p:nvPr/>
        </p:nvSpPr>
        <p:spPr>
          <a:xfrm>
            <a:off x="182315" y="1771709"/>
            <a:ext cx="7958481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of bus routes, schedules, and passenger records is time-consuming.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booking and fare calculation are prone to human errors.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paper-based booking records makes data retrieval difficult.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seat allocation and inaccurate passenger information may occur.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efficiently manage bus scheduling, passenger booking, fare processing, and record storage.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Transport Scheduling and Passenger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 that automates route allocation, seat booking, fare calculation, and booking record management.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7870F2-5EB5-E8D4-941C-7CFF28866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0000"/>
          <a:stretch>
            <a:fillRect/>
          </a:stretch>
        </p:blipFill>
        <p:spPr>
          <a:xfrm>
            <a:off x="8179341" y="2645923"/>
            <a:ext cx="4012659" cy="267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79B7-138C-CC07-E749-83BB8CA6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3CCE-C98A-19C0-E04C-9CEFAA0CC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51" y="278756"/>
            <a:ext cx="9082687" cy="1018199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E478B9-D405-E792-E578-2D144E598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0FE66F75-6F3B-0E80-E4A4-35523094E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7ABF43-27F1-398A-A8DD-ADD9A7F4C4EB}"/>
              </a:ext>
            </a:extLst>
          </p:cNvPr>
          <p:cNvSpPr txBox="1"/>
          <p:nvPr/>
        </p:nvSpPr>
        <p:spPr>
          <a:xfrm>
            <a:off x="4842762" y="1446383"/>
            <a:ext cx="734923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Transport Scheduling and Passenger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automate bus scheduling and passenger booking operations.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schedules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booking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checking seat availability and preventing duplicate bookings.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performs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fare calculation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selected route.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details are securely stored and managed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retrieval and updates.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developed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implementing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reduces manual effort, improves accuracy, and ensures efficient management of transport operations.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BED90-500C-391B-5DEA-3D99D31C9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75" b="48936"/>
          <a:stretch>
            <a:fillRect/>
          </a:stretch>
        </p:blipFill>
        <p:spPr>
          <a:xfrm>
            <a:off x="112207" y="2523041"/>
            <a:ext cx="4725261" cy="31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43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2DB3-FDFD-4065-68CC-F5F7799D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4D55-E75D-BF2D-C535-B3179B12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703" y="274999"/>
            <a:ext cx="9170236" cy="1018199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&amp; LIMITATIONS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45480-EE08-7054-FCA3-F285396D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8BD6FB9D-6085-96DE-1721-6F68D01C7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2C2E13-9C41-131F-364F-9A179F3388B6}"/>
              </a:ext>
            </a:extLst>
          </p:cNvPr>
          <p:cNvSpPr txBox="1"/>
          <p:nvPr/>
        </p:nvSpPr>
        <p:spPr>
          <a:xfrm>
            <a:off x="182315" y="2000631"/>
            <a:ext cx="79889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schedules and route details are maintained manually.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registration and seat booking are performed using paper records or basic spreadsheets.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 calculation is done manually, increasing the possibility of errors.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records are difficult to update, search, and maintain.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for managing transport operations.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seat bookings may occur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retrieve passenger and booking records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paperwork and data redundancy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B6B0C-E0DA-9FD5-2C5D-345F9A46E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0" t="50000"/>
          <a:stretch>
            <a:fillRect/>
          </a:stretch>
        </p:blipFill>
        <p:spPr>
          <a:xfrm>
            <a:off x="7859443" y="2515601"/>
            <a:ext cx="4332557" cy="284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5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6269-93C1-5AE0-563E-38B0227B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D877-C23C-ABBF-7550-88787785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5B1D6-BAC1-FA93-C80C-65E42A6083BD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853546-C206-A635-1855-1AAC3321B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922" y="1777057"/>
            <a:ext cx="7536834" cy="43513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route allocation and bus schedule management.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passenger details efficiently.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seat availability before booking.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automatic fare calculation based on the selected route.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booking records using file handling.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easy searching, updating, and viewing of booking information. </a:t>
            </a:r>
          </a:p>
          <a:p>
            <a:pPr marL="342900" lvl="0" indent="-34290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data accuracy.</a:t>
            </a:r>
          </a:p>
          <a:p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369F29-CD5E-FE78-4EBD-CB039A25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5" y="278756"/>
            <a:ext cx="1123719" cy="1095700"/>
          </a:xfrm>
          <a:prstGeom prst="rect">
            <a:avLst/>
          </a:prstGeom>
        </p:spPr>
      </p:pic>
      <p:pic>
        <p:nvPicPr>
          <p:cNvPr id="11" name="Picture 10" descr="A blue and green logo&#10;&#10;AI-generated content may be incorrect.">
            <a:extLst>
              <a:ext uri="{FF2B5EF4-FFF2-40B4-BE49-F238E27FC236}">
                <a16:creationId xmlns:a16="http://schemas.microsoft.com/office/drawing/2014/main" id="{FF8E4A34-1CF7-A9BD-768E-ACA6FFDF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938" y="206829"/>
            <a:ext cx="1185747" cy="11676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AFB200-FD01-38CB-14A1-19A0FCD9A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50000"/>
          <a:stretch>
            <a:fillRect/>
          </a:stretch>
        </p:blipFill>
        <p:spPr>
          <a:xfrm>
            <a:off x="0" y="2402085"/>
            <a:ext cx="4651922" cy="310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6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F027-8A2C-58EA-BAD4-712D2473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2B67-F37D-910C-FA17-E2210038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759" y="414335"/>
            <a:ext cx="9166754" cy="886997"/>
          </a:xfrm>
        </p:spPr>
        <p:txBody>
          <a:bodyPr>
            <a:no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67557-DD0E-E89B-08C9-47DFB788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ADC109BC-8D61-4E59-FBB8-F647406A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0E1131-BC16-A98C-F9B5-EED85C64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488509"/>
              </p:ext>
            </p:extLst>
          </p:nvPr>
        </p:nvGraphicFramePr>
        <p:xfrm>
          <a:off x="495898" y="1991449"/>
          <a:ext cx="11108988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2996">
                  <a:extLst>
                    <a:ext uri="{9D8B030D-6E8A-4147-A177-3AD203B41FA5}">
                      <a16:colId xmlns:a16="http://schemas.microsoft.com/office/drawing/2014/main" val="2598395191"/>
                    </a:ext>
                  </a:extLst>
                </a:gridCol>
                <a:gridCol w="3702996">
                  <a:extLst>
                    <a:ext uri="{9D8B030D-6E8A-4147-A177-3AD203B41FA5}">
                      <a16:colId xmlns:a16="http://schemas.microsoft.com/office/drawing/2014/main" val="2411869132"/>
                    </a:ext>
                  </a:extLst>
                </a:gridCol>
                <a:gridCol w="3702996">
                  <a:extLst>
                    <a:ext uri="{9D8B030D-6E8A-4147-A177-3AD203B41FA5}">
                      <a16:colId xmlns:a16="http://schemas.microsoft.com/office/drawing/2014/main" val="157310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Paper 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Findings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4768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Bus Reservation System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Provides online bus booking and passenger reservation.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Does not effectively manage bus schedules and route allocation.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00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Transport Management System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Manages bus routes and schedules efficiently.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support for passenger booking and fare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325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Passenger Reservation Management System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Automates passenger registration and seat booking.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Does not provide complete booking record management using file handling.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4399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0DA6CDB-656A-5DE3-8CDA-3986022EE44D}"/>
              </a:ext>
            </a:extLst>
          </p:cNvPr>
          <p:cNvSpPr txBox="1"/>
          <p:nvPr/>
        </p:nvSpPr>
        <p:spPr>
          <a:xfrm>
            <a:off x="495898" y="4883815"/>
            <a:ext cx="118679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on individual transport management functions.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allocation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booking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 calculation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record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combines all these functionalities into a single application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916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54DD-E48D-BBC6-F41E-2151B5C1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AFC6-7635-7B4B-FBE2-755E8FDE1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041" y="414335"/>
            <a:ext cx="8601817" cy="88699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GB" sz="3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47194-0EC6-32DA-9A11-DF3076CB5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341214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2B4A6052-7AE2-DB28-6241-43EE877C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274021"/>
            <a:ext cx="1185747" cy="1167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A1AAE5-8CFA-3B6A-71CD-8A0203AA277D}"/>
              </a:ext>
            </a:extLst>
          </p:cNvPr>
          <p:cNvSpPr txBox="1"/>
          <p:nvPr/>
        </p:nvSpPr>
        <p:spPr>
          <a:xfrm>
            <a:off x="575027" y="1192002"/>
            <a:ext cx="6637382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569A56-44D3-E662-FB29-19FDF126E6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042" y="1441648"/>
            <a:ext cx="7867814" cy="524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4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87CF-43BA-F064-090C-2B853BFE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CE20-5C30-689A-13AE-F741388B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656" y="409307"/>
            <a:ext cx="8782687" cy="886997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 IDENTIFIED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3AD2F-C858-F3AF-F351-7D00A0997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66" y="409307"/>
            <a:ext cx="1030665" cy="1033242"/>
          </a:xfrm>
          <a:prstGeom prst="rect">
            <a:avLst/>
          </a:prstGeom>
        </p:spPr>
      </p:pic>
      <p:pic>
        <p:nvPicPr>
          <p:cNvPr id="6" name="Picture 5" descr="A blue and green logo&#10;&#10;AI-generated content may be incorrect.">
            <a:extLst>
              <a:ext uri="{FF2B5EF4-FFF2-40B4-BE49-F238E27FC236}">
                <a16:creationId xmlns:a16="http://schemas.microsoft.com/office/drawing/2014/main" id="{F411DF4E-5FA9-7110-40F0-BD35BFBA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342" y="342114"/>
            <a:ext cx="1185747" cy="1167627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F35AD4D-1474-94C4-5E90-CD4F076D1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59049"/>
              </p:ext>
            </p:extLst>
          </p:nvPr>
        </p:nvGraphicFramePr>
        <p:xfrm>
          <a:off x="838200" y="2042626"/>
          <a:ext cx="10515600" cy="42219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51279691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93572292"/>
                    </a:ext>
                  </a:extLst>
                </a:gridCol>
              </a:tblGrid>
              <a:tr h="438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Algorithm / Technique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 &amp; Operations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74437"/>
                  </a:ext>
                </a:extLst>
              </a:tr>
              <a:tr h="75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Searching Algorithm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Linear Search</a:t>
                      </a:r>
                      <a:r>
                        <a:rPr lang="en-IN"/>
                        <a:t> – Searches passenger details, bus details, and booking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507960"/>
                  </a:ext>
                </a:extLst>
              </a:tr>
              <a:tr h="75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Sorting Algorithm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Bubble Sort</a:t>
                      </a:r>
                      <a:r>
                        <a:rPr lang="en-IN"/>
                        <a:t> – Organizes bus schedules, routes, and booking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995173"/>
                  </a:ext>
                </a:extLst>
              </a:tr>
              <a:tr h="75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Seat Allocation Algorithm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Checks seat availability → Assigns seat number → Updates booking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25848"/>
                  </a:ext>
                </a:extLst>
              </a:tr>
              <a:tr h="75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Fare Calculation Algorithm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Takes source &amp; destination → Calculates distance → Generates ticket fare.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308388"/>
                  </a:ext>
                </a:extLst>
              </a:tr>
              <a:tr h="756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File Handling Algorithm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and manages records using Create, Read, Write, and Update operations.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6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1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C4F8-87A9-7D88-21E9-0EA05027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28D96C3-82AA-7B5F-F37E-EAA283192D0E}"/>
              </a:ext>
            </a:extLst>
          </p:cNvPr>
          <p:cNvSpPr/>
          <p:nvPr/>
        </p:nvSpPr>
        <p:spPr>
          <a:xfrm>
            <a:off x="661492" y="1959471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55B3E2-C6A8-AF0C-938F-2CBF47F60637}"/>
              </a:ext>
            </a:extLst>
          </p:cNvPr>
          <p:cNvSpPr/>
          <p:nvPr/>
        </p:nvSpPr>
        <p:spPr>
          <a:xfrm>
            <a:off x="661492" y="2474516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4C6D9F-F7A4-F9CB-FE5A-F2AD0F4F5993}"/>
              </a:ext>
            </a:extLst>
          </p:cNvPr>
          <p:cNvSpPr/>
          <p:nvPr/>
        </p:nvSpPr>
        <p:spPr>
          <a:xfrm>
            <a:off x="661492" y="2989561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D9462D-FB62-A946-9A4E-B8BD595B7D7F}"/>
              </a:ext>
            </a:extLst>
          </p:cNvPr>
          <p:cNvSpPr/>
          <p:nvPr/>
        </p:nvSpPr>
        <p:spPr>
          <a:xfrm>
            <a:off x="661492" y="3504606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4F7A87-5747-48AA-6A30-A6D6FFC0F8B7}"/>
              </a:ext>
            </a:extLst>
          </p:cNvPr>
          <p:cNvSpPr/>
          <p:nvPr/>
        </p:nvSpPr>
        <p:spPr>
          <a:xfrm>
            <a:off x="661492" y="4019650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E48F4E-2F5F-6598-136E-B711114CA893}"/>
              </a:ext>
            </a:extLst>
          </p:cNvPr>
          <p:cNvSpPr/>
          <p:nvPr/>
        </p:nvSpPr>
        <p:spPr>
          <a:xfrm>
            <a:off x="661492" y="4534695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F3EDC1-5026-2947-712F-69C04240A988}"/>
              </a:ext>
            </a:extLst>
          </p:cNvPr>
          <p:cNvSpPr/>
          <p:nvPr/>
        </p:nvSpPr>
        <p:spPr>
          <a:xfrm>
            <a:off x="661492" y="5049739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F68375-9528-4E93-4679-8661E7046120}"/>
              </a:ext>
            </a:extLst>
          </p:cNvPr>
          <p:cNvSpPr/>
          <p:nvPr/>
        </p:nvSpPr>
        <p:spPr>
          <a:xfrm>
            <a:off x="661492" y="5564783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endParaRPr lang="en-US" sz="1458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8063B1-88B2-ED52-DB62-7A3BC872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" y="0"/>
            <a:ext cx="12090400" cy="680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6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</TotalTime>
  <Words>628</Words>
  <Application>Microsoft Office PowerPoint</Application>
  <PresentationFormat>Widescreen</PresentationFormat>
  <Paragraphs>82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  CSA0211-C PROGRAMMING</vt:lpstr>
      <vt:lpstr>PROBLEM STATEMENT</vt:lpstr>
      <vt:lpstr>ABSTRACT</vt:lpstr>
      <vt:lpstr>EXISTING SYSTEMS &amp; LIMITATIONS</vt:lpstr>
      <vt:lpstr>PROPOSED SYSTEM</vt:lpstr>
      <vt:lpstr>LITERATURE SURVEY</vt:lpstr>
      <vt:lpstr>ARCHITECTURE DIAGRAM</vt:lpstr>
      <vt:lpstr>ALGORITHM IDENTIFIED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OF SOCIAL NETWORKS USING HAMILTONIAN PATHS</dc:title>
  <dc:creator>Rupesh .I</dc:creator>
  <cp:lastModifiedBy>NISHANTHYADAV547@outlook.com</cp:lastModifiedBy>
  <cp:revision>336</cp:revision>
  <dcterms:created xsi:type="dcterms:W3CDTF">2025-10-12T07:57:04Z</dcterms:created>
  <dcterms:modified xsi:type="dcterms:W3CDTF">2026-09-02T07:35:34Z</dcterms:modified>
</cp:coreProperties>
</file>